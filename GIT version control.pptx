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DC09-4417-AA6C-E330-5F280E875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5FBE36-534F-B6C2-34A4-DDF5256F0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01AB4-5320-AE13-8351-296529042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84-A474-4C3A-9BD5-8D11B4AAE2E2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0F4C9-B506-58F1-5FBF-BFE97B294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ABD3D-7379-3B07-20AA-B55896EF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FEB81-810D-4342-9001-3A7397E6C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690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F209C-3D19-A5C8-2E8F-02D3E6C6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153DF-F151-A30F-E7A1-32ED4F705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96E7C-F696-192A-7772-C0EF4BB91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84-A474-4C3A-9BD5-8D11B4AAE2E2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EC6DC-3C68-9D97-7DC5-66EF53879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5CD21-6E2B-130C-ED19-E5CDB0FE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FEB81-810D-4342-9001-3A7397E6C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371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3F8E-5273-A666-89F8-06B5D5F6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4C684-ABBE-B520-CFA2-9DF4750D9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41C5B-C962-ADB5-63BD-992337A0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84-A474-4C3A-9BD5-8D11B4AAE2E2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97C5D-F98F-D130-304A-33B59E69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F90EE-6A60-6312-1FFC-0A7BE3D2E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FEB81-810D-4342-9001-3A7397E6C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324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163D-D0E4-54F2-A944-C225C4D7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95721-3C61-E2A1-A257-E7382E713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B1A16-A2C1-B1C2-C3CD-1E603ACC4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3C927-3DFF-485B-66F5-79E3FE307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84-A474-4C3A-9BD5-8D11B4AAE2E2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3D4F3-FEDA-8A15-C678-FA88A4C23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F0CB8-4D3A-A7C1-EF2D-F289AEBFE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FEB81-810D-4342-9001-3A7397E6C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284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B95B-C3D3-D5EB-EF73-A4BD38225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8925A-B6BF-A952-0FAF-38BDD050E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AB69-3F13-E21F-D9E3-78A6745A9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8BFC12-9CC6-DBDF-3BE6-A6E9F1D3E9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5AD1FC-2909-DF3E-EB74-B62AAF5A9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5BADB2-1301-8B76-EDD9-8C9BB1429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84-A474-4C3A-9BD5-8D11B4AAE2E2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9A267C-4F8E-654B-39B9-4A57A5DE3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848A8-1A73-228F-923B-F20AD3D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FEB81-810D-4342-9001-3A7397E6C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713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DCE44-A6B2-F6A9-E8EB-00D537C63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7C83A-9783-5347-A4BD-A31ED521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84-A474-4C3A-9BD5-8D11B4AAE2E2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D54B09-19B4-1EE1-207F-F2726EDF9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418FC-5D3F-C204-307E-557E6B5B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FEB81-810D-4342-9001-3A7397E6C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040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F88BC8-5C55-4B57-43FA-733711642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84-A474-4C3A-9BD5-8D11B4AAE2E2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813F8A-9062-CF5F-25D1-8DFEE024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7DEDF-DA3C-716E-CF90-29565FE4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FEB81-810D-4342-9001-3A7397E6C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97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479A-06D2-8B30-E6F0-919B3F1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1CD2B-B527-BCAE-97C7-2663D05BC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2B624-190C-79DC-23EA-B900CA438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D58C1-2E73-7495-B6DE-00E90F15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84-A474-4C3A-9BD5-8D11B4AAE2E2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B54F9-0C19-0385-280F-9A82A3B93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6121E-E421-9433-A071-04244C704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FEB81-810D-4342-9001-3A7397E6C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981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4F7B-BB29-246E-F7BF-C9DAD3348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D46A97-B643-DF5D-1B03-FE9839B94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C289C-E058-9A87-1014-F014E4F23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33402-577C-5D06-C9B2-701ADEF08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84-A474-4C3A-9BD5-8D11B4AAE2E2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106CD-69B6-61AA-A0F8-EFA035C02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9C202-7D45-861D-6EB9-4A26128F6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FEB81-810D-4342-9001-3A7397E6C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89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C7FBC-DC63-2DA1-92FD-7534DA70C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8912AE-F7B5-A7D4-DE09-DD50700E5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E7AE6-64C1-255F-0BB9-8A7B697F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84-A474-4C3A-9BD5-8D11B4AAE2E2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6B3F9-D8AE-6BCD-8E64-F11772B5A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D2AD9-5E97-1A92-775E-5AC4E5B5F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FEB81-810D-4342-9001-3A7397E6C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932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8A9D59-DE93-6B8A-A0EA-89E637CCE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91DBC-8E8E-4ED8-74B3-E8D26E907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C07D3-5FBC-E4F6-131E-ADA223517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84-A474-4C3A-9BD5-8D11B4AAE2E2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B5D82-73FF-8C3C-88EF-84A103F74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97DAB-3F02-26BD-73B1-964C2F620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FEB81-810D-4342-9001-3A7397E6C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40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5BE280-BCEC-9EF3-7560-DD17F9F87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2EB57-C1AE-9E8A-1878-023394500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76CBD-60BD-ED36-4EFA-C53B3DEDA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AA684-A474-4C3A-9BD5-8D11B4AAE2E2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8E0FE-6194-0B7D-CC6B-D9615C9DB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5B5B1-9B60-6F8A-AAD2-5626E877A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FEB81-810D-4342-9001-3A7397E6C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48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1D61-7F08-013A-E998-BBE59C5A5F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GIT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2285103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4BEC-A7CA-0FD8-858E-8B2AB600E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Git?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50442-A34F-48D3-A426-E543C4B24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is a free and open-source </a:t>
            </a:r>
            <a:r>
              <a:rPr lang="en-US" b="1" dirty="0">
                <a:effectLst/>
              </a:rPr>
              <a:t>distributed version control system (VCS)</a:t>
            </a:r>
            <a:r>
              <a:rPr lang="en-US" dirty="0"/>
              <a:t> designed to track changes in source code during software development.</a:t>
            </a:r>
          </a:p>
          <a:p>
            <a:r>
              <a:rPr lang="en-US" dirty="0"/>
              <a:t> It enables multiple developers to collaborate on projects efficiently, manage different versions of code, and revert to previous states if needed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927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5474-B074-BACC-C566-21343CBA3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GIT VS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1DBF7-35E7-3DC8-D0BD-E1C4B123D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Git</a:t>
            </a:r>
            <a:r>
              <a:rPr lang="en-US" dirty="0"/>
              <a:t> is the </a:t>
            </a:r>
            <a:r>
              <a:rPr lang="en-US" i="1" dirty="0"/>
              <a:t>tool</a:t>
            </a:r>
            <a:r>
              <a:rPr lang="en-US" dirty="0"/>
              <a:t> (the software installed locally) that performs the version control functions. You can download and install it from the </a:t>
            </a:r>
            <a:r>
              <a:rPr lang="en-US" dirty="0">
                <a:hlinkClick r:id="rId2"/>
              </a:rPr>
              <a:t>official Git website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GitHub</a:t>
            </a:r>
            <a:r>
              <a:rPr lang="en-US" dirty="0"/>
              <a:t> is a cloud-based </a:t>
            </a:r>
            <a:r>
              <a:rPr lang="en-US" i="1" dirty="0"/>
              <a:t>platform</a:t>
            </a:r>
            <a:r>
              <a:rPr lang="en-US" dirty="0"/>
              <a:t> (a service) that hosts Git repositories online and provides additional tools for collaboration, such as a web interface, issue tracking, and a formal "pull request" system for reviewing code changes. Other hosting services include GitLab and Bitbucket.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94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40A6A-5303-1704-4569-D17B33E77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AA4F-00E2-986F-5C47-63AEFB14E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Functions of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DCFC0-D15C-B810-7C33-F62B9D54A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Tracking Changes</a:t>
            </a:r>
            <a:r>
              <a:rPr lang="en-US" dirty="0"/>
              <a:t>: Git records every change to the source code, creating a complete history of the project.</a:t>
            </a:r>
          </a:p>
          <a:p>
            <a:endParaRPr lang="en-US" dirty="0"/>
          </a:p>
          <a:p>
            <a:r>
              <a:rPr lang="en-US" b="1" dirty="0"/>
              <a:t>Collaboration</a:t>
            </a:r>
            <a:r>
              <a:rPr lang="en-US" dirty="0"/>
              <a:t>: It allows teams to work simultaneously on the same project without overwriting each other's work. Developers can work on separate "branches" and merge their changes later.</a:t>
            </a:r>
          </a:p>
          <a:p>
            <a:endParaRPr lang="en-US" dirty="0"/>
          </a:p>
          <a:p>
            <a:r>
              <a:rPr lang="en-US" b="1" dirty="0"/>
              <a:t>Reverting to Previous Versions</a:t>
            </a:r>
            <a:r>
              <a:rPr lang="en-US" dirty="0"/>
              <a:t>: Commits act like snapshots of the project at a specific point in time, allowing developers to easily go back to an older, stable version if something goes wrong.</a:t>
            </a:r>
          </a:p>
          <a:p>
            <a:endParaRPr lang="en-US" dirty="0"/>
          </a:p>
          <a:p>
            <a:r>
              <a:rPr lang="en-US" b="1" dirty="0"/>
              <a:t>Offline Work</a:t>
            </a:r>
            <a:r>
              <a:rPr lang="en-US" dirty="0"/>
              <a:t>: Because Git is "distributed," each developer has a complete copy of the entire project history stored locally on their computer, meaning most operations can be performed without an internet connection.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8037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4A3A0-ECC6-94CB-70BB-9C44DF31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1F46B-62FF-08E0-351D-F932A2F9E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GIT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9B84C9-A8DD-0E2E-9076-12FFD20CA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7546353"/>
              </p:ext>
            </p:extLst>
          </p:nvPr>
        </p:nvGraphicFramePr>
        <p:xfrm>
          <a:off x="838198" y="1825624"/>
          <a:ext cx="10383984" cy="4508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5242">
                  <a:extLst>
                    <a:ext uri="{9D8B030D-6E8A-4147-A177-3AD203B41FA5}">
                      <a16:colId xmlns:a16="http://schemas.microsoft.com/office/drawing/2014/main" val="3940544864"/>
                    </a:ext>
                  </a:extLst>
                </a:gridCol>
                <a:gridCol w="6558742">
                  <a:extLst>
                    <a:ext uri="{9D8B030D-6E8A-4147-A177-3AD203B41FA5}">
                      <a16:colId xmlns:a16="http://schemas.microsoft.com/office/drawing/2014/main" val="1665526698"/>
                    </a:ext>
                  </a:extLst>
                </a:gridCol>
              </a:tblGrid>
              <a:tr h="644096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037370"/>
                  </a:ext>
                </a:extLst>
              </a:tr>
              <a:tr h="644096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git </a:t>
                      </a:r>
                      <a:r>
                        <a:rPr lang="en-IN" dirty="0" err="1"/>
                        <a:t>init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Starts Git in your project folder. Creates a hidden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.git</a:t>
                      </a:r>
                      <a:r>
                        <a:rPr lang="en-US" dirty="0"/>
                        <a:t> folder to track all versions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147008"/>
                  </a:ext>
                </a:extLst>
              </a:tr>
              <a:tr h="644096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git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Shows the current state of your project — which files are new, modified, or ready to commit.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264433"/>
                  </a:ext>
                </a:extLst>
              </a:tr>
              <a:tr h="644096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git add &lt;file&gt;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Moves a file to the </a:t>
                      </a:r>
                      <a:r>
                        <a:rPr lang="en-US" b="1" dirty="0"/>
                        <a:t>staging area</a:t>
                      </a:r>
                      <a:r>
                        <a:rPr lang="en-US" dirty="0"/>
                        <a:t>, meaning Git is ready to save it.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352460"/>
                  </a:ext>
                </a:extLst>
              </a:tr>
              <a:tr h="644096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git add 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/>
                        <a:t>Stages </a:t>
                      </a:r>
                      <a:r>
                        <a:rPr lang="en-US" b="1" dirty="0"/>
                        <a:t>all changed files</a:t>
                      </a:r>
                      <a:r>
                        <a:rPr lang="en-US" dirty="0"/>
                        <a:t> in the folder.</a:t>
                      </a:r>
                      <a:endParaRPr lang="en-IN" dirty="0">
                        <a:latin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5468488"/>
                  </a:ext>
                </a:extLst>
              </a:tr>
              <a:tr h="644096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git commit -m "message"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Saves the staged files as a </a:t>
                      </a:r>
                      <a:r>
                        <a:rPr lang="en-US" b="1" dirty="0"/>
                        <a:t>snapshot</a:t>
                      </a:r>
                      <a:r>
                        <a:rPr lang="en-US" dirty="0"/>
                        <a:t> with a message describing the change.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206155"/>
                  </a:ext>
                </a:extLst>
              </a:tr>
              <a:tr h="644096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git remote add origin &lt;URL&gt;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Connects your local project to a GitHub repository using the repo URL.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309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200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B22D9-611C-21BC-335A-57735EE3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9B41E0-7E0F-9721-A8B5-33D000D31B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4772397"/>
              </p:ext>
            </p:extLst>
          </p:nvPr>
        </p:nvGraphicFramePr>
        <p:xfrm>
          <a:off x="838200" y="739832"/>
          <a:ext cx="10383984" cy="5253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5242">
                  <a:extLst>
                    <a:ext uri="{9D8B030D-6E8A-4147-A177-3AD203B41FA5}">
                      <a16:colId xmlns:a16="http://schemas.microsoft.com/office/drawing/2014/main" val="3116012968"/>
                    </a:ext>
                  </a:extLst>
                </a:gridCol>
                <a:gridCol w="6558742">
                  <a:extLst>
                    <a:ext uri="{9D8B030D-6E8A-4147-A177-3AD203B41FA5}">
                      <a16:colId xmlns:a16="http://schemas.microsoft.com/office/drawing/2014/main" val="934645880"/>
                    </a:ext>
                  </a:extLst>
                </a:gridCol>
              </a:tblGrid>
              <a:tr h="875607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808193"/>
                  </a:ext>
                </a:extLst>
              </a:tr>
              <a:tr h="875607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git branch -M 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Renames your current branch to </a:t>
                      </a:r>
                      <a:r>
                        <a:rPr lang="en-US" b="1" dirty="0"/>
                        <a:t>main</a:t>
                      </a:r>
                      <a:r>
                        <a:rPr lang="en-US" dirty="0"/>
                        <a:t> (required by GitHub sometimes).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218797"/>
                  </a:ext>
                </a:extLst>
              </a:tr>
              <a:tr h="875607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git push -u origin main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Uploads your local commits to GitHub for the first time and sets tracking.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803186"/>
                  </a:ext>
                </a:extLst>
              </a:tr>
              <a:tr h="875607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git 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Uploads new commits to GitHub (after the first push).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546028"/>
                  </a:ext>
                </a:extLst>
              </a:tr>
              <a:tr h="875607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git pull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/>
                        <a:t>Downloads the latest changes </a:t>
                      </a:r>
                      <a:r>
                        <a:rPr lang="en-US" b="1" dirty="0"/>
                        <a:t>from GitHub</a:t>
                      </a:r>
                      <a:r>
                        <a:rPr lang="en-US" dirty="0"/>
                        <a:t> into your local project.</a:t>
                      </a:r>
                      <a:endParaRPr lang="en-IN" dirty="0">
                        <a:latin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69607"/>
                  </a:ext>
                </a:extLst>
              </a:tr>
              <a:tr h="875607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git clone &lt;URL&gt;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Makes a copy of a GitHub repository into your computer.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135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0241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71DD5-0E5A-8250-FFF8-2F2B73BE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DB875-D3B0-16DD-9408-AAED82EC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HTTP Request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E53A9-A729-D5C2-EEC6-FE4CA10C0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2873"/>
            <a:ext cx="10515600" cy="397409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HTTP is a </a:t>
            </a:r>
            <a:r>
              <a:rPr lang="en-US" b="1" dirty="0"/>
              <a:t>communication system</a:t>
            </a:r>
            <a:r>
              <a:rPr lang="en-US" dirty="0"/>
              <a:t> between:</a:t>
            </a:r>
          </a:p>
          <a:p>
            <a:r>
              <a:rPr lang="en-US" dirty="0"/>
              <a:t>Client (browser)</a:t>
            </a:r>
          </a:p>
          <a:p>
            <a:r>
              <a:rPr lang="en-US" dirty="0"/>
              <a:t>Server (backend)</a:t>
            </a:r>
          </a:p>
          <a:p>
            <a:pPr marL="0" indent="0">
              <a:buNone/>
            </a:pPr>
            <a:r>
              <a:rPr lang="en-US" dirty="0"/>
              <a:t>When you open a website, your browser sends </a:t>
            </a:r>
            <a:r>
              <a:rPr lang="en-US" b="1" dirty="0"/>
              <a:t>requests</a:t>
            </a:r>
            <a:r>
              <a:rPr lang="en-US" dirty="0"/>
              <a:t>, and the server sends </a:t>
            </a:r>
            <a:r>
              <a:rPr lang="en-US" b="1" dirty="0"/>
              <a:t>responses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948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A0CF7-5DF0-3EC2-3D5D-47D258D15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4204E6D-8E41-7DC1-EC2A-F03BA17F79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121655"/>
              </p:ext>
            </p:extLst>
          </p:nvPr>
        </p:nvGraphicFramePr>
        <p:xfrm>
          <a:off x="838200" y="1825624"/>
          <a:ext cx="10515597" cy="3544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5205814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5580749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06880355"/>
                    </a:ext>
                  </a:extLst>
                </a:gridCol>
              </a:tblGrid>
              <a:tr h="590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528146"/>
                  </a:ext>
                </a:extLst>
              </a:tr>
              <a:tr h="590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Fetch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View product 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622266"/>
                  </a:ext>
                </a:extLst>
              </a:tr>
              <a:tr h="590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Create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Submit 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68057"/>
                  </a:ext>
                </a:extLst>
              </a:tr>
              <a:tr h="590733">
                <a:tc>
                  <a:txBody>
                    <a:bodyPr/>
                    <a:lstStyle/>
                    <a:p>
                      <a:r>
                        <a:rPr lang="en-IN" dirty="0"/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Update full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Replace profile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446863"/>
                  </a:ext>
                </a:extLst>
              </a:tr>
              <a:tr h="590733">
                <a:tc>
                  <a:txBody>
                    <a:bodyPr/>
                    <a:lstStyle/>
                    <a:p>
                      <a:r>
                        <a:rPr lang="en-IN" dirty="0"/>
                        <a:t>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Update 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Change email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108238"/>
                  </a:ext>
                </a:extLst>
              </a:tr>
              <a:tr h="590733">
                <a:tc>
                  <a:txBody>
                    <a:bodyPr/>
                    <a:lstStyle/>
                    <a:p>
                      <a:r>
                        <a:rPr lang="en-IN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Remove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Delete account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211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51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B371B-D174-B492-FE34-9B7C80815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97384-49F8-C518-8C89-D95C70287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Publishing the Portfolio Website to GitHub Pages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CFD96-2DE5-6D7C-4025-B54277BAC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dirty="0"/>
              <a:t>git add .</a:t>
            </a:r>
          </a:p>
          <a:p>
            <a:r>
              <a:rPr lang="en-US" dirty="0"/>
              <a:t>git commit -m "Website ready"</a:t>
            </a:r>
          </a:p>
          <a:p>
            <a:r>
              <a:rPr lang="en-US" dirty="0"/>
              <a:t>git push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0913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44BB4-7CF0-1E6F-EB81-68993716A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3645E-CFF5-9750-F796-5901178E8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Step 2: Enable GitHub Pages</a:t>
            </a:r>
          </a:p>
          <a:p>
            <a:r>
              <a:rPr lang="en-IN" dirty="0"/>
              <a:t>Go to your GitHub repository</a:t>
            </a:r>
          </a:p>
          <a:p>
            <a:r>
              <a:rPr lang="en-IN" dirty="0"/>
              <a:t>Click </a:t>
            </a:r>
            <a:r>
              <a:rPr lang="en-IN" b="1" dirty="0"/>
              <a:t>Settings</a:t>
            </a:r>
            <a:endParaRPr lang="en-IN" dirty="0"/>
          </a:p>
          <a:p>
            <a:r>
              <a:rPr lang="en-IN" dirty="0"/>
              <a:t>Scroll down → </a:t>
            </a:r>
            <a:r>
              <a:rPr lang="en-IN" b="1" dirty="0"/>
              <a:t>Pages</a:t>
            </a:r>
            <a:endParaRPr lang="en-IN" dirty="0"/>
          </a:p>
          <a:p>
            <a:r>
              <a:rPr lang="en-IN" dirty="0"/>
              <a:t>Under "Branch", select </a:t>
            </a:r>
            <a:r>
              <a:rPr lang="en-IN" b="1" dirty="0"/>
              <a:t>main</a:t>
            </a:r>
            <a:endParaRPr lang="en-IN" dirty="0"/>
          </a:p>
          <a:p>
            <a:r>
              <a:rPr lang="en-IN" dirty="0"/>
              <a:t>Select </a:t>
            </a:r>
            <a:r>
              <a:rPr lang="en-IN" b="1" dirty="0"/>
              <a:t>/root</a:t>
            </a:r>
            <a:r>
              <a:rPr lang="en-IN" dirty="0"/>
              <a:t> folder</a:t>
            </a:r>
          </a:p>
          <a:p>
            <a:r>
              <a:rPr lang="en-IN" dirty="0"/>
              <a:t>Click </a:t>
            </a:r>
            <a:r>
              <a:rPr lang="en-IN" b="1" dirty="0"/>
              <a:t>Save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9260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583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GIT version control</vt:lpstr>
      <vt:lpstr>What is Git?</vt:lpstr>
      <vt:lpstr>GIT VS GITHUB</vt:lpstr>
      <vt:lpstr>Functions of GIT</vt:lpstr>
      <vt:lpstr>GIT COMMANDS</vt:lpstr>
      <vt:lpstr>PowerPoint Presentation</vt:lpstr>
      <vt:lpstr>HTTP Request Methods</vt:lpstr>
      <vt:lpstr>PowerPoint Presentation</vt:lpstr>
      <vt:lpstr>Publishing the Portfolio Website to GitHub Pages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Shanthini Pandiyan</dc:creator>
  <cp:lastModifiedBy>Shanthini Pandiyan</cp:lastModifiedBy>
  <cp:revision>2</cp:revision>
  <dcterms:created xsi:type="dcterms:W3CDTF">2025-12-11T07:07:54Z</dcterms:created>
  <dcterms:modified xsi:type="dcterms:W3CDTF">2025-12-11T11:50:46Z</dcterms:modified>
</cp:coreProperties>
</file>